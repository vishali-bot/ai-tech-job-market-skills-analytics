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70" r:id="rId11"/>
    <p:sldId id="269" r:id="rId12"/>
    <p:sldId id="268" r:id="rId13"/>
    <p:sldId id="267" r:id="rId14"/>
    <p:sldId id="271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42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21240" y="0"/>
            <a:ext cx="201168" cy="685800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305288" y="0"/>
            <a:ext cx="201168" cy="685800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89336" y="0"/>
            <a:ext cx="201168" cy="685800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686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AEA0"/>
                </a:solidFill>
                <a:latin typeface="Aptos"/>
              </a:defRPr>
            </a:pPr>
            <a:r>
              <a:t>MCA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AI &amp; TECH JOB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8046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3DEEF"/>
                </a:solidFill>
                <a:latin typeface="Aptos"/>
              </a:defRPr>
            </a:pPr>
            <a:r>
              <a:t>Data-driven insights into skills, locations and salary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Presented by: VISHALI K (2025MCA58)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D3DEEF"/>
                </a:solidFill>
                <a:latin typeface="Aptos"/>
              </a:defRPr>
            </a:pPr>
            <a:r>
              <a:t>Under the Guidance of Mrs. S. Selvarani, M.C.A., M.Phil., NET, SET, (Ph.D.)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What the project studies and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3044952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Identify demanded skills, job locations and salary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12848"/>
            <a:ext cx="3044952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12,140 AI and technology job postings from two Excel datasets.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12848"/>
            <a:ext cx="3044952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Python cleaning, SQLite storage and 18 SQL queries.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886200"/>
            <a:ext cx="342900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0" y="3886200"/>
            <a:ext cx="73152" cy="164592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1488" y="4032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4453128"/>
            <a:ext cx="304495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12 charts and a Power BI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342900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73152" cy="164592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4032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Career Finder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453128"/>
            <a:ext cx="304495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Website features: login, skill tests and job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Tools used to develop and analyse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60020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Jupyter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9535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Environment for writing and running Python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74650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Python +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67128"/>
            <a:ext cx="29535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Data cleaning, transformation and preparation.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33756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73152" cy="160020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74650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67128"/>
            <a:ext cx="29535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Creating charts for data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33756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73152" cy="160020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4962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SQLite +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0248"/>
            <a:ext cx="29535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Storing cleaned data and analysing it with queries.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3756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73152" cy="160020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84962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270248"/>
            <a:ext cx="29535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Building the interactive analytics dashboard.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33756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73152" cy="160020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84962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HTML, CSS, JavaScript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270248"/>
            <a:ext cx="29535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Creating the Career Finder website.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A complete workflow from raw data to career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Wingdings" panose="05000000000000000000" pitchFamily="2" charset="2"/>
              <a:buChar char="Ø"/>
              <a:defRPr sz="2000">
                <a:solidFill>
                  <a:srgbClr val="263041"/>
                </a:solidFill>
                <a:latin typeface="Aptos"/>
              </a:defRPr>
            </a:pPr>
            <a:r>
              <a:rPr dirty="0"/>
              <a:t>Clean the two Excel datasets using Python and pandas.</a:t>
            </a:r>
          </a:p>
          <a:p>
            <a:pPr marL="342900" indent="-342900">
              <a:spcAft>
                <a:spcPts val="1300"/>
              </a:spcAft>
              <a:buFont typeface="Wingdings" panose="05000000000000000000" pitchFamily="2" charset="2"/>
              <a:buChar char="Ø"/>
              <a:defRPr sz="2000">
                <a:solidFill>
                  <a:srgbClr val="263041"/>
                </a:solidFill>
                <a:latin typeface="Aptos"/>
              </a:defRPr>
            </a:pPr>
            <a:r>
              <a:rPr dirty="0"/>
              <a:t>Store the prepared data in an SQLite database.</a:t>
            </a:r>
          </a:p>
          <a:p>
            <a:pPr marL="342900" indent="-342900">
              <a:spcAft>
                <a:spcPts val="1300"/>
              </a:spcAft>
              <a:buFont typeface="Wingdings" panose="05000000000000000000" pitchFamily="2" charset="2"/>
              <a:buChar char="Ø"/>
              <a:defRPr sz="2000">
                <a:solidFill>
                  <a:srgbClr val="263041"/>
                </a:solidFill>
                <a:latin typeface="Aptos"/>
              </a:defRPr>
            </a:pPr>
            <a:r>
              <a:rPr dirty="0"/>
              <a:t>Run 18 SQL queries to </a:t>
            </a:r>
            <a:r>
              <a:rPr dirty="0" err="1"/>
              <a:t>analyse</a:t>
            </a:r>
            <a:r>
              <a:rPr dirty="0"/>
              <a:t> skills, cities and salaries.</a:t>
            </a:r>
          </a:p>
          <a:p>
            <a:pPr marL="342900" indent="-342900">
              <a:spcAft>
                <a:spcPts val="1300"/>
              </a:spcAft>
              <a:buFont typeface="Wingdings" panose="05000000000000000000" pitchFamily="2" charset="2"/>
              <a:buChar char="Ø"/>
              <a:defRPr sz="2000">
                <a:solidFill>
                  <a:srgbClr val="263041"/>
                </a:solidFill>
                <a:latin typeface="Aptos"/>
              </a:defRPr>
            </a:pPr>
            <a:r>
              <a:rPr dirty="0"/>
              <a:t>Present findings using 12 charts and a Power BI dashboard.</a:t>
            </a:r>
          </a:p>
          <a:p>
            <a:pPr marL="342900" indent="-342900">
              <a:spcAft>
                <a:spcPts val="1300"/>
              </a:spcAft>
              <a:buFont typeface="Wingdings" panose="05000000000000000000" pitchFamily="2" charset="2"/>
              <a:buChar char="Ø"/>
              <a:defRPr sz="2000">
                <a:solidFill>
                  <a:srgbClr val="263041"/>
                </a:solidFill>
                <a:latin typeface="Aptos"/>
              </a:defRPr>
            </a:pPr>
            <a:r>
              <a:rPr dirty="0"/>
              <a:t>Provide a Career Finder website with login and skill tests.</a:t>
            </a:r>
          </a:p>
          <a:p>
            <a:pPr marL="342900" indent="-342900">
              <a:spcAft>
                <a:spcPts val="1300"/>
              </a:spcAft>
              <a:buFont typeface="Wingdings" panose="05000000000000000000" pitchFamily="2" charset="2"/>
              <a:buChar char="Ø"/>
              <a:defRPr sz="2000">
                <a:solidFill>
                  <a:srgbClr val="263041"/>
                </a:solidFill>
                <a:latin typeface="Aptos"/>
              </a:defRPr>
            </a:pPr>
            <a:r>
              <a:rPr dirty="0"/>
              <a:t>Rank jobs, internships and companies by skill match.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System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The sequence of processing and presenting job market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1664208" cy="1143000"/>
          </a:xfrm>
          <a:prstGeom prst="roundRect">
            <a:avLst/>
          </a:prstGeom>
          <a:solidFill>
            <a:srgbClr val="2C6BBE"/>
          </a:solidFill>
          <a:ln>
            <a:solidFill>
              <a:srgbClr val="2C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Excel</a:t>
            </a:r>
            <a:br/>
            <a:r>
              <a:t>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5416" y="2770632"/>
            <a:ext cx="301751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EAEA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2423160"/>
            <a:ext cx="1664208" cy="1143000"/>
          </a:xfrm>
          <a:prstGeom prst="roundRect">
            <a:avLst/>
          </a:prstGeom>
          <a:solidFill>
            <a:srgbClr val="1EAEA0"/>
          </a:solidFill>
          <a:ln>
            <a:solidFill>
              <a:srgbClr val="1E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  <a:br/>
            <a:r>
              <a:t>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9663" y="2770632"/>
            <a:ext cx="301751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EAEA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2423160"/>
            <a:ext cx="1664208" cy="1143000"/>
          </a:xfrm>
          <a:prstGeom prst="roundRect">
            <a:avLst/>
          </a:prstGeom>
          <a:solidFill>
            <a:srgbClr val="2C6BBE"/>
          </a:solidFill>
          <a:ln>
            <a:solidFill>
              <a:srgbClr val="2C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  <a:br/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2770632"/>
            <a:ext cx="301751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EAEA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2423160"/>
            <a:ext cx="1664208" cy="1143000"/>
          </a:xfrm>
          <a:prstGeom prst="roundRect">
            <a:avLst/>
          </a:prstGeom>
          <a:solidFill>
            <a:srgbClr val="1EAEA0"/>
          </a:solidFill>
          <a:ln>
            <a:solidFill>
              <a:srgbClr val="1E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770632"/>
            <a:ext cx="301751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EAEA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9912" y="2423160"/>
            <a:ext cx="1664208" cy="1143000"/>
          </a:xfrm>
          <a:prstGeom prst="roundRect">
            <a:avLst/>
          </a:prstGeom>
          <a:solidFill>
            <a:srgbClr val="2C6BBE"/>
          </a:solidFill>
          <a:ln>
            <a:solidFill>
              <a:srgbClr val="2C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Charts +</a:t>
            </a:r>
            <a:br/>
            <a:r>
              <a:t>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2408" y="2770632"/>
            <a:ext cx="301751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EAEA0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2423160"/>
            <a:ext cx="1664208" cy="1143000"/>
          </a:xfrm>
          <a:prstGeom prst="roundRect">
            <a:avLst/>
          </a:prstGeom>
          <a:solidFill>
            <a:srgbClr val="142240"/>
          </a:solidFill>
          <a:ln>
            <a:solidFill>
              <a:srgbClr val="14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Career Finder</a:t>
            </a:r>
            <a:br/>
            <a:r>
              <a:t>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63041"/>
                </a:solidFill>
                <a:latin typeface="Aptos"/>
              </a:defRPr>
            </a:pPr>
            <a:r>
              <a:t>Raw postings are cleaned, stored, queried and visualized. The website then presents career-related features to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Project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Each module performs a specific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64592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0078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295351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Prepares both datasets using Python.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3756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164592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70078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21408"/>
            <a:ext cx="295351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18 queries for skills, cities and salary.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33756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73152" cy="164592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70078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21408"/>
            <a:ext cx="295351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12 charts and a Power BI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33756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73152" cy="164592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4962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Career Finder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0248"/>
            <a:ext cx="295351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Login and career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3756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73152" cy="164592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84962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Skill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270248"/>
            <a:ext cx="295351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Tests SQL, Python, Statistics, ML and Power BI.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33756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73152" cy="164592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84962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270248"/>
            <a:ext cx="295351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Ranks jobs, internships and companies by skill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Results reported by the project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70992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28.1%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Machine Learning (ML)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70992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24.6%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1284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70992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13.1%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1284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17296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22.3%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6758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Bengaluru share of openings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6324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317296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₹20.2 LPA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6758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Gurugram median salary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06324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317296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₹12.5 LPA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6758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Median of postings with disclosed salary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572000"/>
            <a:ext cx="3337560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4681728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42240"/>
                </a:solidFill>
                <a:latin typeface="Aptos"/>
              </a:defRPr>
            </a:pPr>
            <a:r>
              <a:t>8.2%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18464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Postings that disclose salary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89320"/>
            <a:ext cx="10607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F6C80"/>
                </a:solidFill>
                <a:latin typeface="Aptos"/>
              </a:defRPr>
            </a:pPr>
            <a:r>
              <a:t>Note: Salary findings are based on postings that disclose salary; only 8.2% of postings disclose pay.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Career Finder — Website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Sample outputs shown in the original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55448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3794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29535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Entry point for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73152" cy="155448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83794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Careers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58568"/>
            <a:ext cx="29535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Explore technology career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33756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73152" cy="155448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83794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Skill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58568"/>
            <a:ext cx="29535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Assess knowledge across five topics.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333756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73152" cy="155448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9534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29535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Browse job opportunities.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49039"/>
            <a:ext cx="333756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749039"/>
            <a:ext cx="73152" cy="1554480"/>
          </a:xfrm>
          <a:prstGeom prst="rect">
            <a:avLst/>
          </a:prstGeom>
          <a:solidFill>
            <a:srgbClr val="2C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89534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Internships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315968"/>
            <a:ext cx="29535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Explore student and fresher opportunities.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39"/>
            <a:ext cx="333756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73152" cy="1554480"/>
          </a:xfrm>
          <a:prstGeom prst="rect">
            <a:avLst/>
          </a:prstGeom>
          <a:solidFill>
            <a:srgbClr val="F4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895344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Companies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315968"/>
            <a:ext cx="29535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t>Browse companies and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rPr lang="en-US" b="1" dirty="0">
                <a:latin typeface="Aptos"/>
                <a:cs typeface="Times New Roman"/>
              </a:rPr>
              <a:t>SAMPLE OUTPUT: LOGIN PAGE</a:t>
            </a:r>
            <a:endParaRPr dirty="0"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76091066-33CA-4509-9A6A-32BC462AB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001" y="1424108"/>
            <a:ext cx="8016157" cy="4510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5821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rPr lang="en-US" b="1" dirty="0">
                <a:latin typeface="Aptos"/>
                <a:cs typeface="Times New Roman"/>
              </a:rPr>
              <a:t>SAMPLE OUTPUT: CAREERS PAGE</a:t>
            </a:r>
            <a:endParaRPr dirty="0"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957F0EC-7353-42F6-AA89-28FBE9D78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99" y="1285657"/>
            <a:ext cx="7920880" cy="445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96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rPr lang="en-US" b="1" dirty="0">
                <a:latin typeface="Aptos"/>
                <a:cs typeface="Times New Roman"/>
              </a:rPr>
              <a:t>SAMPLE OUTPUT: SKILL TESTS PAGE</a:t>
            </a:r>
            <a:endParaRPr dirty="0"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5D01D83-5170-4986-8DAE-21553AA31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445" y="1492734"/>
            <a:ext cx="8016157" cy="4510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92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rPr lang="en-US" b="1" dirty="0">
                <a:latin typeface="Aptos"/>
                <a:cs typeface="Times New Roman"/>
              </a:rPr>
              <a:t>SAMPLE OUTPUT: JOBS PAGE</a:t>
            </a:r>
            <a:endParaRPr dirty="0"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C47118A-2D14-47C9-A337-15E3D59B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000" y="1442079"/>
            <a:ext cx="7632848" cy="4295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7847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rPr lang="en-US" b="1" dirty="0">
                <a:latin typeface="Aptos"/>
                <a:cs typeface="Times New Roman"/>
              </a:rPr>
              <a:t>SAMPLE OUTPUT: INTERNSHIPS PAGE</a:t>
            </a:r>
            <a:endParaRPr dirty="0"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AD56403-C316-4159-A136-939D3A8E7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07" y="1449188"/>
            <a:ext cx="7776864" cy="437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5829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rPr lang="en-US" b="1" dirty="0">
                <a:latin typeface="Aptos"/>
                <a:cs typeface="Times New Roman"/>
              </a:rPr>
              <a:t>SAMPLE OUTPUT: COMPANIES PAGE</a:t>
            </a:r>
            <a:endParaRPr dirty="0"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1C9651C-3023-4BC2-85D4-E2DDCEF1B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041" y="1413726"/>
            <a:ext cx="7776864" cy="437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9391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40"/>
                </a:solidFill>
                <a:latin typeface="Aptos"/>
              </a:defRPr>
            </a:pPr>
            <a:r>
              <a:t>Benefits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22960" cy="54864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How the results should be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25912" cy="3429000"/>
          </a:xfrm>
          <a:prstGeom prst="roundRect">
            <a:avLst/>
          </a:prstGeom>
          <a:solidFill>
            <a:srgbClr val="F1F6FC"/>
          </a:solidFill>
          <a:ln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73152" cy="3429000"/>
          </a:xfrm>
          <a:prstGeom prst="rect">
            <a:avLst/>
          </a:prstGeom>
          <a:solidFill>
            <a:srgbClr val="1E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74650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240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167128"/>
            <a:ext cx="9746619" cy="12003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rPr dirty="0"/>
              <a:t>• Highlights frequently requested skills</a:t>
            </a:r>
          </a:p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rPr dirty="0"/>
              <a:t>• Compares job opportunities by location</a:t>
            </a:r>
          </a:p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rPr dirty="0"/>
              <a:t>• Summarizes available salary information</a:t>
            </a:r>
          </a:p>
          <a:p>
            <a:pPr>
              <a:spcAft>
                <a:spcPts val="800"/>
              </a:spcAft>
              <a:defRPr sz="1300" b="0">
                <a:solidFill>
                  <a:srgbClr val="263041"/>
                </a:solidFill>
                <a:latin typeface="Aptos"/>
              </a:defRPr>
            </a:pPr>
            <a:r>
              <a:rPr dirty="0"/>
              <a:t>• Helps students explore relevant career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F6C80"/>
                </a:solidFill>
                <a:latin typeface="Aptos"/>
              </a:defRPr>
            </a:pPr>
            <a:r>
              <a:t>The project supports career exploration; it does not guarantee a job or salary.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0584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AEA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AI &amp; TECH JOB 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9509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AE4F2"/>
                </a:solidFill>
                <a:latin typeface="Aptos"/>
              </a:defRPr>
            </a:pPr>
            <a:r>
              <a:t>The project combines Python, SQL, Power BI and web development to turn job postings into understandable insights for students and job seekers.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7315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150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AE4F2"/>
                </a:solidFill>
                <a:latin typeface="Aptos"/>
              </a:defRPr>
            </a:pPr>
            <a:r>
              <a:t>Vishali K  |  2025MCA58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636</Words>
  <Application>Microsoft Office PowerPoint</Application>
  <PresentationFormat>Widescreen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Jawa K.S</dc:creator>
  <cp:keywords/>
  <dc:description>generated using python-pptx</dc:description>
  <cp:lastModifiedBy>Jawa K.S</cp:lastModifiedBy>
  <cp:revision>2</cp:revision>
  <dcterms:created xsi:type="dcterms:W3CDTF">2013-01-27T09:14:16Z</dcterms:created>
  <dcterms:modified xsi:type="dcterms:W3CDTF">2026-10-13T04:26:07Z</dcterms:modified>
  <cp:category/>
</cp:coreProperties>
</file>